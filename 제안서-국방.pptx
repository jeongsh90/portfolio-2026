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/e72Pi+6ERDbC6qan2JupCCmO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2024-09-05T07:24:46Z</dcterms:created>
  <dc:creator>상훈 정</dc:creator>
</cp:coreProperties>
</file>